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042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Streaming : End-to-End Telemetry Pipeline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 · Medallion Architecture · TypeScript Collector · Azure Functions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3317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(Azure)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080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32104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4128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 GOLD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" y="123444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307592"/>
            <a:ext cx="17373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HLS.js Player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video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75688" y="162306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350008" y="12344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95728" y="1307592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HiveStreaming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Collector.ts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· playing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88536" y="162306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315968" y="12344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0F9FF"/>
          </a:solidFill>
          <a:ln w="15240">
            <a:solidFill>
              <a:srgbClr val="7DD3F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61688" y="1307592"/>
            <a:ext cx="17830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 Trigger)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· enriches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Parquet/ 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306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236208" y="12344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81928" y="1307592"/>
            <a:ext cx="17830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eventDate=YYYY-MM-DD/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part-{uuid}.parquet/ </a:t>
            </a:r>
            <a:r>
              <a:rPr lang="en-US" sz="7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9016" y="162306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156448" y="12344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02168" y="1307592"/>
            <a:ext cx="17830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 Loader)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· metadata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49256" y="162306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076688" y="12344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22408" y="1307592"/>
            <a:ext cx="17830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(MERGE)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buffering_metrics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quality_metrics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2221992"/>
            <a:ext cx="914400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" y="2221992"/>
            <a:ext cx="841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buffering_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88720" y="2221992"/>
            <a:ext cx="868680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5296" y="2221992"/>
            <a:ext cx="795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350008" y="2221992"/>
            <a:ext cx="960120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86584" y="2221992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sendBeacon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(flush 10s)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37560" y="2221992"/>
            <a:ext cx="932688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2221992"/>
            <a:ext cx="859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2221992"/>
            <a:ext cx="932688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52544" y="2221992"/>
            <a:ext cx="859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auth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285232" y="2221992"/>
            <a:ext cx="905256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2221992"/>
            <a:ext cx="83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236208" y="2221992"/>
            <a:ext cx="1874520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2221992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partition format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eventDate=YYYY-MM-DD/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156448" y="2221992"/>
            <a:ext cx="1874520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3024" y="2221992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_ingested_at · _source_file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AvailableNow() trigger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0076688" y="2221992"/>
            <a:ext cx="932688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13264" y="2221992"/>
            <a:ext cx="859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1045952" y="2221992"/>
            <a:ext cx="905256" cy="640080"/>
          </a:xfrm>
          <a:prstGeom prst="rect">
            <a:avLst/>
          </a:prstGeom>
          <a:solidFill>
            <a:srgbClr val="F8FAFC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82528" y="2221992"/>
            <a:ext cx="83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poorQoS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p2pRatio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143000" y="2011680"/>
            <a:ext cx="0" cy="210312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310128" y="2011680"/>
            <a:ext cx="0" cy="210312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230368" y="2011680"/>
            <a:ext cx="0" cy="210312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7168896" y="2011680"/>
            <a:ext cx="0" cy="210312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9089136" y="2011680"/>
            <a:ext cx="0" cy="210312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11009376" y="2011680"/>
            <a:ext cx="0" cy="210312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217920" y="2990088"/>
            <a:ext cx="57607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29900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Databricks Asset Bundle — 01_config - 02_schema - 03_raw_to_bronze - 04_bronze_to_silver - 05_dashboard  (Daily · PAUSED)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400800" y="3419856"/>
            <a:ext cx="1051560" cy="59436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3419856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516368" y="3419856"/>
            <a:ext cx="1051560" cy="59436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16368" y="3419856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Viewers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Time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631936" y="3419856"/>
            <a:ext cx="1051560" cy="59436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31936" y="3419856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747504" y="3419856"/>
            <a:ext cx="1051560" cy="59436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47504" y="3419856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vs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863072" y="3419856"/>
            <a:ext cx="1051560" cy="59436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863072" y="3419856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 %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400800" y="4041648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QoS Visualisations</a:t>
            </a:r>
            <a:endParaRPr lang="en-US" sz="750" b="1" dirty="0"/>
          </a:p>
        </p:txBody>
      </p:sp>
      <p:sp>
        <p:nvSpPr>
          <p:cNvPr id="66" name="Text 64"/>
          <p:cNvSpPr/>
          <p:nvPr/>
        </p:nvSpPr>
        <p:spPr>
          <a:xfrm>
            <a:off x="228600" y="4754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HLS.js</a:t>
            </a:r>
            <a:endParaRPr lang="en-US" sz="700" b="1" dirty="0"/>
          </a:p>
        </p:txBody>
      </p:sp>
      <p:sp>
        <p:nvSpPr>
          <p:cNvPr id="67" name="Text 65"/>
          <p:cNvSpPr/>
          <p:nvPr/>
        </p:nvSpPr>
        <p:spPr>
          <a:xfrm>
            <a:off x="2350008" y="4754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v4</a:t>
            </a:r>
            <a:endParaRPr lang="en-US" sz="700" b="1" dirty="0"/>
          </a:p>
        </p:txBody>
      </p:sp>
      <p:sp>
        <p:nvSpPr>
          <p:cNvPr id="68" name="Text 66"/>
          <p:cNvSpPr/>
          <p:nvPr/>
        </p:nvSpPr>
        <p:spPr>
          <a:xfrm>
            <a:off x="4315968" y="4754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· Parquet</a:t>
            </a:r>
            <a:endParaRPr lang="en-US" sz="700" b="1" dirty="0"/>
          </a:p>
        </p:txBody>
      </p:sp>
      <p:sp>
        <p:nvSpPr>
          <p:cNvPr id="69" name="Text 67"/>
          <p:cNvSpPr/>
          <p:nvPr/>
        </p:nvSpPr>
        <p:spPr>
          <a:xfrm>
            <a:off x="6236208" y="4754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SparkAuto</a:t>
            </a:r>
            <a:r>
              <a:rPr lang="en-US" sz="7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Loader</a:t>
            </a:r>
            <a:endParaRPr lang="en-US" sz="700" b="1" dirty="0"/>
          </a:p>
        </p:txBody>
      </p:sp>
      <p:sp>
        <p:nvSpPr>
          <p:cNvPr id="70" name="Text 68"/>
          <p:cNvSpPr/>
          <p:nvPr/>
        </p:nvSpPr>
        <p:spPr>
          <a:xfrm>
            <a:off x="8156448" y="4754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· Scala</a:t>
            </a:r>
            <a:endParaRPr lang="en-US" sz="700" b="1" dirty="0"/>
          </a:p>
        </p:txBody>
      </p:sp>
      <p:sp>
        <p:nvSpPr>
          <p:cNvPr id="71" name="Text 69"/>
          <p:cNvSpPr/>
          <p:nvPr/>
        </p:nvSpPr>
        <p:spPr>
          <a:xfrm>
            <a:off x="10076688" y="4754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display()</a:t>
            </a:r>
            <a:endParaRPr lang="en-US" sz="700" b="1" dirty="0"/>
          </a:p>
        </p:txBody>
      </p:sp>
      <p:sp>
        <p:nvSpPr>
          <p:cNvPr id="72" name="Shape 70"/>
          <p:cNvSpPr/>
          <p:nvPr/>
        </p:nvSpPr>
        <p:spPr>
          <a:xfrm>
            <a:off x="228600" y="5029200"/>
            <a:ext cx="11722608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48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566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41148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rows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87452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87452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buffering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33756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33756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quality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80060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480060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poorQoS viewers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26364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39.4%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626364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delivery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72668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~810s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772668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918972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918972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0652760" y="5047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0652760" y="5358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700" dirty="0"/>
          </a:p>
        </p:txBody>
      </p:sp>
      <p:sp>
        <p:nvSpPr>
          <p:cNvPr id="89" name="Sun 88">
            <a:extLst>
              <a:ext uri="{FF2B5EF4-FFF2-40B4-BE49-F238E27FC236}">
                <a16:creationId xmlns:a16="http://schemas.microsoft.com/office/drawing/2014/main" id="{7585878C-15EA-5A50-4DFE-0611472E47AE}"/>
              </a:ext>
            </a:extLst>
          </p:cNvPr>
          <p:cNvSpPr/>
          <p:nvPr/>
        </p:nvSpPr>
        <p:spPr>
          <a:xfrm flipH="1" flipV="1">
            <a:off x="6400800" y="3059787"/>
            <a:ext cx="178588" cy="172990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243</Words>
  <Application>Microsoft Office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avijit Deb</cp:lastModifiedBy>
  <cp:revision>4</cp:revision>
  <dcterms:created xsi:type="dcterms:W3CDTF">2026-05-11T06:24:59Z</dcterms:created>
  <dcterms:modified xsi:type="dcterms:W3CDTF">2026-05-11T10:11:21Z</dcterms:modified>
</cp:coreProperties>
</file>